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7EB3E-2C0E-2E4C-9E92-D7D79E5EFE9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CFD6A-000F-8443-8673-8E8A00D14F2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  <a:endParaRPr lang="en-US" sz="4000" dirty="0"/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8" name="Picture 7" descr="A red circle with a cross in i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Yes</a:t>
            </a:r>
            <a:endParaRPr 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No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Writer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Aptos</vt:lpstr>
      <vt:lpstr>苹方-简</vt:lpstr>
      <vt:lpstr>微软雅黑</vt:lpstr>
      <vt:lpstr>汉仪旗黑</vt:lpstr>
      <vt:lpstr>Arial Unicode MS</vt:lpstr>
      <vt:lpstr>Aptos Display</vt:lpstr>
      <vt:lpstr>Calibri</vt:lpstr>
      <vt:lpstr>Helvetica Neue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</dc:creator>
  <cp:lastModifiedBy>sunny</cp:lastModifiedBy>
  <cp:revision>2</cp:revision>
  <dcterms:created xsi:type="dcterms:W3CDTF">2026-06-25T23:46:17Z</dcterms:created>
  <dcterms:modified xsi:type="dcterms:W3CDTF">2026-06-25T23:46:17Z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1033-2.6.1.4274</vt:lpwstr>
  </property>
</Properties>
</file>