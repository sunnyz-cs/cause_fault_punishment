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386" r:id="rId2"/>
    <p:sldId id="38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201" autoAdjust="0"/>
    <p:restoredTop sz="84615" autoAdjust="0"/>
  </p:normalViewPr>
  <p:slideViewPr>
    <p:cSldViewPr snapToGrid="0">
      <p:cViewPr varScale="1">
        <p:scale>
          <a:sx n="100" d="100"/>
          <a:sy n="100" d="100"/>
        </p:scale>
        <p:origin x="1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67448C-091C-49A9-B18C-576C478474A3}" type="datetimeFigureOut">
              <a:rPr lang="en-US" smtClean="0"/>
              <a:t>2/27/26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538742-1EA1-41C5-9385-4B4CA8FDF9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2330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46C9D-F7D9-4A71-B925-520C66FCE0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AE862E-79C1-4CEA-8587-EB6B69E842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23BDCF-7098-4722-9A95-AAB7C4BBF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9C9AD-9896-4B0A-82B4-856C91CE4BB8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43810D-8253-4322-954E-209749E5C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20CAC1-8ABD-467F-A5DC-75F625CF1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285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B34BB-B456-48E6-864B-FCAAD12F6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BAB54-B476-4440-8909-DFF90DB973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98EB49-2FE5-488D-B385-F77FABCA0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9C9AD-9896-4B0A-82B4-856C91CE4BB8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5220F0-C746-46BC-963C-3BF141330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BB128D-590C-4184-BDBF-E59D6510E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159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ABED4-5386-4E33-AACE-03EF516F9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8199A1-3A3C-4FF0-A60F-4559A382C7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4D1DA2-F3A9-4941-AD30-1F6B170AA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9C9AD-9896-4B0A-82B4-856C91CE4BB8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7138F8-43EC-4A33-A69B-7C7DBB9AB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B4EA24-F9A9-4F2C-9EEB-6865AD581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912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60FFF-84C6-4444-81FA-6AB5CC420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537E24-F5BA-45CD-9FD4-3EF6C1BEEA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42C4D6-5422-4CB1-B0EF-7D8966CBF5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78ADC3-4A94-4222-A014-47707C928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9C9AD-9896-4B0A-82B4-856C91CE4BB8}" type="datetimeFigureOut">
              <a:rPr lang="en-US" smtClean="0"/>
              <a:t>2/27/26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E69165-1B5E-4262-8498-8671886BB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FC6B5D-2C1C-4CA4-AA1B-EFA0D947B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3244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C6B52-E465-4596-B303-7CFC6E6AE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25F132-2824-4071-9FDE-BFD39287F2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B7B1AA-25DB-4E6D-8C41-6D07916CCB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92F4EB-A539-4893-A05A-06D9F53BB1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C793FE-E52A-4127-9BDB-E551362B23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7E35BD-5D5D-4323-B2B5-014EC74C1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9C9AD-9896-4B0A-82B4-856C91CE4BB8}" type="datetimeFigureOut">
              <a:rPr lang="en-US" smtClean="0"/>
              <a:t>2/27/26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A81843-FBEA-48B9-98F1-186A80DA9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9D6E85-D9AC-4AD0-8998-330F2B6F8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420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F0404-BAE7-4F76-BFCD-60A7668FD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37FA0C-84AB-4701-A169-E9384C6ED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9C9AD-9896-4B0A-82B4-856C91CE4BB8}" type="datetimeFigureOut">
              <a:rPr lang="en-US" smtClean="0"/>
              <a:t>2/27/26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35F0A4-7B9F-498A-B85B-B1ABC79E1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0A9B4B-A7F5-4BA9-B628-9BA3A68B1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173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3FB85D-9236-4086-BDA8-974565A94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9C9AD-9896-4B0A-82B4-856C91CE4BB8}" type="datetimeFigureOut">
              <a:rPr lang="en-US" smtClean="0"/>
              <a:t>2/27/26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AA0457-1526-4C84-BB9E-69EAAE5CB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E2C8C7-EF89-4B77-937C-A3A47BADC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157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9B5EA-16ED-4B43-8F3D-309162CE2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10550F-9021-4E08-8E6C-68729DA9F1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01147B-E3EE-41B8-A698-59AE2FCFA2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CEE615-2D37-4CCE-AB09-A16CC8ED2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9C9AD-9896-4B0A-82B4-856C91CE4BB8}" type="datetimeFigureOut">
              <a:rPr lang="en-US" smtClean="0"/>
              <a:t>2/27/26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E88027-59AD-40F8-A7B2-6F176A994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97204B-FC23-408F-9C92-89DB6C8C4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916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AD607-BD3F-40B6-8FE6-0FFE5DB7F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70A530-A554-42B8-9D00-5EAA73D090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7A28C0-5366-4366-997D-6DCFC08D13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35C916-A455-4576-A5C4-788AE0DFA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9C9AD-9896-4B0A-82B4-856C91CE4BB8}" type="datetimeFigureOut">
              <a:rPr lang="en-US" smtClean="0"/>
              <a:t>2/27/26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45E7D9-2C7E-4DF7-9428-001AA8B48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3D154C-E799-4428-966C-8677A56B8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157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9BD09-7E4A-4C4B-BEE1-25D9D6FFE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28BA1F-CA84-4054-B246-60CED38776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CBEEBF-5F58-4DBC-B35F-710E39456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9C9AD-9896-4B0A-82B4-856C91CE4BB8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F4317E-D3FC-4E7E-98A7-8F236457E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73A4A1-794B-4DB7-B0C4-4A063DA07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013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E22F5A-BC6B-456A-81F7-CEF070E45B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6D5A19-1FE6-41A4-894A-1585332817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61A378-38E9-4850-AF2E-1FA87F829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9C9AD-9896-4B0A-82B4-856C91CE4BB8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9DA4A-5B77-4722-86AC-89751A971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0872C4-477E-4ED9-B666-0916FA0E8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096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460D67-E79F-42F3-8CAE-97645F289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0B33FE-674E-4406-B30E-BEA6F39AC6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A8BF83-5C8B-48CD-A6C3-958AAFA302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D9C9AD-9896-4B0A-82B4-856C91CE4BB8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4596D8-755C-4D2F-989C-E18097BAB6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BAFE31-6DCC-4CD9-B0CC-79957D1696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944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B7E77-C235-2435-3337-2AF893FCB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A70A422F-B910-6757-57CA-8A4E5E6C3D5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30272" t="6539" r="30123" b="6591"/>
          <a:stretch/>
        </p:blipFill>
        <p:spPr>
          <a:xfrm>
            <a:off x="4898498" y="795307"/>
            <a:ext cx="3531080" cy="478478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0F8D343-7266-E873-400A-E36C2EEA88A6}"/>
              </a:ext>
            </a:extLst>
          </p:cNvPr>
          <p:cNvSpPr txBox="1"/>
          <p:nvPr/>
        </p:nvSpPr>
        <p:spPr>
          <a:xfrm>
            <a:off x="1572156" y="1036607"/>
            <a:ext cx="3955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1952DCB-40A5-507F-3BAB-387B02F18403}"/>
              </a:ext>
            </a:extLst>
          </p:cNvPr>
          <p:cNvSpPr/>
          <p:nvPr/>
        </p:nvSpPr>
        <p:spPr>
          <a:xfrm>
            <a:off x="370705" y="276998"/>
            <a:ext cx="3252357" cy="219832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Thanks for helping Maggie!</a:t>
            </a:r>
          </a:p>
        </p:txBody>
      </p:sp>
    </p:spTree>
    <p:extLst>
      <p:ext uri="{BB962C8B-B14F-4D97-AF65-F5344CB8AC3E}">
        <p14:creationId xmlns:p14="http://schemas.microsoft.com/office/powerpoint/2010/main" val="1343238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D71A1-0CEB-7734-9C56-4E14C51F4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DF0CA88-3115-16E0-00F5-FA8206D8E75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30272" t="6539" r="30123" b="6591"/>
          <a:stretch/>
        </p:blipFill>
        <p:spPr>
          <a:xfrm>
            <a:off x="4898498" y="795307"/>
            <a:ext cx="3531080" cy="478478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AB4DDAA-191D-6298-0254-38E9226C105E}"/>
              </a:ext>
            </a:extLst>
          </p:cNvPr>
          <p:cNvSpPr txBox="1"/>
          <p:nvPr/>
        </p:nvSpPr>
        <p:spPr>
          <a:xfrm>
            <a:off x="1572156" y="1036607"/>
            <a:ext cx="3955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4637956-1D5C-5A45-C18C-1392BA6354FC}"/>
              </a:ext>
            </a:extLst>
          </p:cNvPr>
          <p:cNvSpPr/>
          <p:nvPr/>
        </p:nvSpPr>
        <p:spPr>
          <a:xfrm>
            <a:off x="370705" y="276998"/>
            <a:ext cx="3252357" cy="219832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She learned a lot from you!</a:t>
            </a:r>
          </a:p>
        </p:txBody>
      </p:sp>
    </p:spTree>
    <p:extLst>
      <p:ext uri="{BB962C8B-B14F-4D97-AF65-F5344CB8AC3E}">
        <p14:creationId xmlns:p14="http://schemas.microsoft.com/office/powerpoint/2010/main" val="7115994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1771</TotalTime>
  <Words>12</Words>
  <Application>Microsoft Macintosh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rose</dc:creator>
  <cp:lastModifiedBy>David Rose</cp:lastModifiedBy>
  <cp:revision>21</cp:revision>
  <dcterms:created xsi:type="dcterms:W3CDTF">2020-12-02T16:18:39Z</dcterms:created>
  <dcterms:modified xsi:type="dcterms:W3CDTF">2026-02-27T17:20:50Z</dcterms:modified>
</cp:coreProperties>
</file>