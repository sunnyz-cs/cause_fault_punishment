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79" r:id="rId3"/>
    <p:sldId id="381" r:id="rId4"/>
    <p:sldId id="382" r:id="rId5"/>
    <p:sldId id="383" r:id="rId6"/>
    <p:sldId id="38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52"/>
    <p:restoredTop sz="96110"/>
  </p:normalViewPr>
  <p:slideViewPr>
    <p:cSldViewPr snapToGrid="0">
      <p:cViewPr varScale="1">
        <p:scale>
          <a:sx n="120" d="100"/>
          <a:sy n="120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2BDF8-24D7-9D4F-097C-CCA552FF8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0B83F-8DA9-D406-90CD-639970156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91584-6ECF-492D-392A-5E72F785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0764-94DA-B34C-BC19-95BC1D0D800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BCC99-5AD5-78EB-D262-E47C9D95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54C72-AEA7-41DE-69B5-32C1411C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CA53-CEAF-5D43-AA60-5A61455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556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61F36-15AC-CC5E-7CC9-8B9AA11A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4712E-A2F8-03EC-EDA7-9DFA6CDAA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45958-AA4C-3A30-150F-2D5953F4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0764-94DA-B34C-BC19-95BC1D0D800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BF6A4-83D9-B412-77D5-B76240369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A957B-BBFA-AB9A-43D0-E17F6B94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CA53-CEAF-5D43-AA60-5A61455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07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938EA-5C25-70AC-5492-093181FBB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756C8-1726-80D9-EFA5-ECE5E3670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43E12-E5E8-131A-5A85-B6ED6A31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0764-94DA-B34C-BC19-95BC1D0D800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2DC86-CCBD-E4E9-8BFC-99D74501E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B7515-9957-EB80-73D8-E6D732B84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CA53-CEAF-5D43-AA60-5A61455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43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1D39-1EE3-0DE0-AB92-2F2BEEB93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4F07E-5A2D-94C7-3382-C2909A619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CC249-5B0A-FAE8-56E4-58F40CC5ED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C873D-2047-3030-F955-3839FB2E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0764-94DA-B34C-BC19-95BC1D0D800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D338B-91E7-B887-1969-7E471ACAF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96C61-EE6E-989D-1A9B-2E4A88774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CA53-CEAF-5D43-AA60-5A61455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75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CD248-B4DC-1AAD-F0AE-DA73A16F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4FF7A-BC1A-E479-657F-8436B8C17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63CDA-CDE7-A183-390E-5F966B299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DE866F-B1DF-B15E-5AB3-2067C8FBE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A5EA8-DEEB-D82F-E49D-FF2B4A644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3834E-39BB-FD6F-4616-8E0044BCE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0764-94DA-B34C-BC19-95BC1D0D800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D6418-3AAF-50F4-BB3A-17BA11AA6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19313-DB52-CAA5-F4BD-3545A3DED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CA53-CEAF-5D43-AA60-5A61455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95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9897A-7371-E26B-D750-81CBF663D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EAD91E-8532-1D26-D45A-EEA14515C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0764-94DA-B34C-BC19-95BC1D0D800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7BCD9-2B4D-649A-3113-1C7B1D605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DEAC90-A193-A8EE-BA83-BB99E133C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CA53-CEAF-5D43-AA60-5A61455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9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A1A8D-61E3-C18D-852B-441C6390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0764-94DA-B34C-BC19-95BC1D0D800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D8473E-32E8-8005-35A5-B4ABDA30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804C2-50F0-1FF5-374A-160F4A73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CA53-CEAF-5D43-AA60-5A61455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174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33CC-C88E-81E3-553A-CBF202BC6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F6167-9E9C-5F8E-8957-087486161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3AE59-0052-A3A1-0288-4F100F89A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47214-A977-081A-35F9-82FB34B9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0764-94DA-B34C-BC19-95BC1D0D800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5D907-68C8-61C4-C7C3-0F53E05B3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CA13C-8F07-7540-AB79-4F3054498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CA53-CEAF-5D43-AA60-5A61455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3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2D58-D71E-6907-AB1C-BE336D47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036B9-5C67-9850-7A26-97048A2270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D9562-6689-1F5E-0314-E3371A72F3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CAC5B-89C5-4752-20F2-15FCCEFE1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0764-94DA-B34C-BC19-95BC1D0D800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DA7476-B01C-45F9-A1A3-2C097043E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C7AF4-AD23-D736-9242-23650FB70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CA53-CEAF-5D43-AA60-5A61455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9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AD74-8BCF-B8F5-A593-1EF107B70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E4B004-EF47-5515-6448-91485C016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E8007-D9AE-74DE-DFF2-DA1651D5F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0764-94DA-B34C-BC19-95BC1D0D800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06A97-4846-39BE-880C-78CFDA732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FD927-03AC-F4C4-E2A8-3A152D80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CA53-CEAF-5D43-AA60-5A61455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8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D5BCA-C347-664C-E683-CC7D6AFEAA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EF100-A32E-BEC1-FA42-4ACF91E40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416A8-2A01-C3E0-8865-C190DC81E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0764-94DA-B34C-BC19-95BC1D0D800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D7B9F-F3A9-7D37-1720-0D7B713A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EE05B-2AAA-0432-3AE9-4416D540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3CA53-CEAF-5D43-AA60-5A61455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5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68F184-18F8-8916-CCED-B8B437F5D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DAB4F4-557D-2F9A-4CBA-6FFB8234C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A5B6D-CEE6-4ADE-942E-AF338AFF2F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0764-94DA-B34C-BC19-95BC1D0D8000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A8005-9496-C4B4-FDE4-3AEAA6DEB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6CEB3-83AD-E118-F4D4-4010BE9DDB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3CA53-CEAF-5D43-AA60-5A614550D2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79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648DA7-58B2-5AE3-C6F1-63580C70BF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013"/>
          <a:stretch/>
        </p:blipFill>
        <p:spPr>
          <a:xfrm>
            <a:off x="2207420" y="389565"/>
            <a:ext cx="8103012" cy="3749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4BF068-774A-299F-7372-A0A04D7C0AF9}"/>
              </a:ext>
            </a:extLst>
          </p:cNvPr>
          <p:cNvSpPr txBox="1"/>
          <p:nvPr/>
        </p:nvSpPr>
        <p:spPr>
          <a:xfrm>
            <a:off x="3279912" y="4509276"/>
            <a:ext cx="563217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Thank you so much for participating in our game!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229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57"/>
    </mc:Choice>
    <mc:Fallback xmlns="">
      <p:transition spd="slow" advTm="795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648DA7-58B2-5AE3-C6F1-63580C70BF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013"/>
          <a:stretch/>
        </p:blipFill>
        <p:spPr>
          <a:xfrm>
            <a:off x="2207420" y="389565"/>
            <a:ext cx="8103012" cy="3749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4BF068-774A-299F-7372-A0A04D7C0AF9}"/>
              </a:ext>
            </a:extLst>
          </p:cNvPr>
          <p:cNvSpPr txBox="1"/>
          <p:nvPr/>
        </p:nvSpPr>
        <p:spPr>
          <a:xfrm>
            <a:off x="3279912" y="4509276"/>
            <a:ext cx="56321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Today we have a very fun game for you. You will meet some friends and watch stories about them.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292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41"/>
    </mc:Choice>
    <mc:Fallback xmlns="">
      <p:transition spd="slow" advTm="834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648DA7-58B2-5AE3-C6F1-63580C70BF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013"/>
          <a:stretch/>
        </p:blipFill>
        <p:spPr>
          <a:xfrm>
            <a:off x="2207420" y="389565"/>
            <a:ext cx="8103012" cy="3749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4BF068-774A-299F-7372-A0A04D7C0AF9}"/>
              </a:ext>
            </a:extLst>
          </p:cNvPr>
          <p:cNvSpPr txBox="1"/>
          <p:nvPr/>
        </p:nvSpPr>
        <p:spPr>
          <a:xfrm>
            <a:off x="3279912" y="4509276"/>
            <a:ext cx="56321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After each story, we will ask you some questions. There are no right or wrong answers in the game! You can say whatever it is that you think.</a:t>
            </a:r>
          </a:p>
        </p:txBody>
      </p:sp>
    </p:spTree>
    <p:extLst>
      <p:ext uri="{BB962C8B-B14F-4D97-AF65-F5344CB8AC3E}">
        <p14:creationId xmlns:p14="http://schemas.microsoft.com/office/powerpoint/2010/main" val="2076592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44"/>
    </mc:Choice>
    <mc:Fallback xmlns="">
      <p:transition spd="slow" advTm="1414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648DA7-58B2-5AE3-C6F1-63580C70BF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013"/>
          <a:stretch/>
        </p:blipFill>
        <p:spPr>
          <a:xfrm>
            <a:off x="2207420" y="389565"/>
            <a:ext cx="8103012" cy="3749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4BF068-774A-299F-7372-A0A04D7C0AF9}"/>
              </a:ext>
            </a:extLst>
          </p:cNvPr>
          <p:cNvSpPr txBox="1"/>
          <p:nvPr/>
        </p:nvSpPr>
        <p:spPr>
          <a:xfrm>
            <a:off x="3279912" y="4509276"/>
            <a:ext cx="56321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 our game, when you are asked a question, you will give your answer by pressing a button on the screen. So before we start the game, let’s practice this! </a:t>
            </a:r>
          </a:p>
        </p:txBody>
      </p:sp>
    </p:spTree>
    <p:extLst>
      <p:ext uri="{BB962C8B-B14F-4D97-AF65-F5344CB8AC3E}">
        <p14:creationId xmlns:p14="http://schemas.microsoft.com/office/powerpoint/2010/main" val="231924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58"/>
    </mc:Choice>
    <mc:Fallback xmlns="">
      <p:transition spd="slow" advTm="1565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648DA7-58B2-5AE3-C6F1-63580C70BF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013"/>
          <a:stretch/>
        </p:blipFill>
        <p:spPr>
          <a:xfrm>
            <a:off x="2207420" y="389565"/>
            <a:ext cx="8103012" cy="3749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4BF068-774A-299F-7372-A0A04D7C0AF9}"/>
              </a:ext>
            </a:extLst>
          </p:cNvPr>
          <p:cNvSpPr txBox="1"/>
          <p:nvPr/>
        </p:nvSpPr>
        <p:spPr>
          <a:xfrm>
            <a:off x="3279912" y="4509276"/>
            <a:ext cx="56321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To practice, let’s meet my friend </a:t>
            </a:r>
            <a:r>
              <a:rPr lang="en-US" sz="2800">
                <a:latin typeface="Calibri" panose="020F0502020204030204" pitchFamily="34" charset="0"/>
                <a:cs typeface="Calibri" panose="020F0502020204030204" pitchFamily="34" charset="0"/>
              </a:rPr>
              <a:t>Maggie and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practice giving your answer by pressing a button on the screen. </a:t>
            </a:r>
          </a:p>
        </p:txBody>
      </p:sp>
    </p:spTree>
    <p:extLst>
      <p:ext uri="{BB962C8B-B14F-4D97-AF65-F5344CB8AC3E}">
        <p14:creationId xmlns:p14="http://schemas.microsoft.com/office/powerpoint/2010/main" val="120547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58"/>
    </mc:Choice>
    <mc:Fallback xmlns="">
      <p:transition spd="slow" advTm="1085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648DA7-58B2-5AE3-C6F1-63580C70BF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013"/>
          <a:stretch/>
        </p:blipFill>
        <p:spPr>
          <a:xfrm>
            <a:off x="2207420" y="389565"/>
            <a:ext cx="8103012" cy="3749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4BF068-774A-299F-7372-A0A04D7C0AF9}"/>
              </a:ext>
            </a:extLst>
          </p:cNvPr>
          <p:cNvSpPr txBox="1"/>
          <p:nvPr/>
        </p:nvSpPr>
        <p:spPr>
          <a:xfrm>
            <a:off x="3279912" y="4509276"/>
            <a:ext cx="56321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When you are ready to meet Maggie, please click next!</a:t>
            </a:r>
          </a:p>
        </p:txBody>
      </p:sp>
    </p:spTree>
    <p:extLst>
      <p:ext uri="{BB962C8B-B14F-4D97-AF65-F5344CB8AC3E}">
        <p14:creationId xmlns:p14="http://schemas.microsoft.com/office/powerpoint/2010/main" val="165782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49"/>
    </mc:Choice>
    <mc:Fallback xmlns="">
      <p:transition spd="slow" advTm="8949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131</Words>
  <Application>Microsoft Macintosh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Rose</dc:creator>
  <cp:lastModifiedBy>David Rose</cp:lastModifiedBy>
  <cp:revision>7</cp:revision>
  <dcterms:created xsi:type="dcterms:W3CDTF">2024-05-20T14:33:31Z</dcterms:created>
  <dcterms:modified xsi:type="dcterms:W3CDTF">2026-02-28T18:53:05Z</dcterms:modified>
</cp:coreProperties>
</file>