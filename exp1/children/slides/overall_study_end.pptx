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7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F92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201" autoAdjust="0"/>
    <p:restoredTop sz="84253" autoAdjust="0"/>
  </p:normalViewPr>
  <p:slideViewPr>
    <p:cSldViewPr snapToGrid="0">
      <p:cViewPr varScale="1">
        <p:scale>
          <a:sx n="69" d="100"/>
          <a:sy n="69" d="100"/>
        </p:scale>
        <p:origin x="216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7448C-091C-49A9-B18C-576C478474A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38742-1EA1-41C5-9385-4B4CA8FDF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33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This is the end of our game!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Thanks so much for playing it with me. 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 had a lot of fun and I hope that you did too!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38742-1EA1-41C5-9385-4B4CA8FDF9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15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6C9D-F7D9-4A71-B925-520C66FCE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E862E-79C1-4CEA-8587-EB6B69E84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3BDCF-7098-4722-9A95-AAB7C4BBF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3810D-8253-4322-954E-209749E5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0CAC1-8ABD-467F-A5DC-75F625CF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8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34BB-B456-48E6-864B-FCAAD12F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AB54-B476-4440-8909-DFF90DB97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8EB49-2FE5-488D-B385-F77FABCA0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220F0-C746-46BC-963C-3BF14133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B128D-590C-4184-BDBF-E59D6510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59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BED4-5386-4E33-AACE-03EF516F9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199A1-3A3C-4FF0-A60F-4559A382C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D1DA2-F3A9-4941-AD30-1F6B170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138F8-43EC-4A33-A69B-7C7DBB9A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EA24-F9A9-4F2C-9EEB-6865AD581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60FFF-84C6-4444-81FA-6AB5CC42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37E24-F5BA-45CD-9FD4-3EF6C1BEEA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2C4D6-5422-4CB1-B0EF-7D8966CBF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8ADC3-4A94-4222-A014-47707C92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69165-1B5E-4262-8498-8671886B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C6B5D-2C1C-4CA4-AA1B-EFA0D947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24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6B52-E465-4596-B303-7CFC6E6A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F132-2824-4071-9FDE-BFD39287F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7B1AA-25DB-4E6D-8C41-6D07916CC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2F4EB-A539-4893-A05A-06D9F53BB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C793FE-E52A-4127-9BDB-E551362B2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E35BD-5D5D-4323-B2B5-014EC74C1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81843-FBEA-48B9-98F1-186A80DA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D6E85-D9AC-4AD0-8998-330F2B6F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2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0404-BAE7-4F76-BFCD-60A7668F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7FA0C-84AB-4701-A169-E9384C6E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5F0A4-7B9F-498A-B85B-B1ABC79E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A9B4B-A7F5-4BA9-B628-9BA3A68B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7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3FB85D-9236-4086-BDA8-974565A9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A0457-1526-4C84-BB9E-69EAAE5CB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2C8C7-EF89-4B77-937C-A3A47BAD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57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B5EA-16ED-4B43-8F3D-309162CE2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0550F-9021-4E08-8E6C-68729DA9F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1147B-E3EE-41B8-A698-59AE2FCFA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EE615-2D37-4CCE-AB09-A16CC8ED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88027-59AD-40F8-A7B2-6F176A99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7204B-FC23-408F-9C92-89DB6C8C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16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D607-BD3F-40B6-8FE6-0FFE5DB7F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0A530-A554-42B8-9D00-5EAA73D09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A28C0-5366-4366-997D-6DCFC08D1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5C916-A455-4576-A5C4-788AE0DF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5E7D9-2C7E-4DF7-9428-001AA8B4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D154C-E799-4428-966C-8677A56B8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5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9BD09-7E4A-4C4B-BEE1-25D9D6FF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8BA1F-CA84-4054-B246-60CED3877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BEEBF-5F58-4DBC-B35F-710E39456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4317E-D3FC-4E7E-98A7-8F236457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3A4A1-794B-4DB7-B0C4-4A063DA07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1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22F5A-BC6B-456A-81F7-CEF070E45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D5A19-1FE6-41A4-894A-158533281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1A378-38E9-4850-AF2E-1FA87F82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9DA4A-5B77-4722-86AC-89751A971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872C4-477E-4ED9-B666-0916FA0E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96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460D67-E79F-42F3-8CAE-97645F289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B33FE-674E-4406-B30E-BEA6F39AC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8BF83-5C8B-48CD-A6C3-958AAFA30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596D8-755C-4D2F-989C-E18097BAB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AFE31-6DCC-4CD9-B0CC-79957D169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44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B3796F-50BB-121F-08F5-0208B026F1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25" t="33397" r="10784" b="28778"/>
          <a:stretch>
            <a:fillRect/>
          </a:stretch>
        </p:blipFill>
        <p:spPr>
          <a:xfrm>
            <a:off x="701861" y="1920240"/>
            <a:ext cx="11192902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11233</TotalTime>
  <Words>32</Words>
  <Application>Microsoft Macintosh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Aharoni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rose</dc:creator>
  <cp:lastModifiedBy>David Rose</cp:lastModifiedBy>
  <cp:revision>41</cp:revision>
  <dcterms:created xsi:type="dcterms:W3CDTF">2020-12-02T16:18:39Z</dcterms:created>
  <dcterms:modified xsi:type="dcterms:W3CDTF">2026-02-27T17:42:19Z</dcterms:modified>
</cp:coreProperties>
</file>