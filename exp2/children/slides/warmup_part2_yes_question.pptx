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76" r:id="rId2"/>
    <p:sldId id="385" r:id="rId3"/>
    <p:sldId id="400" r:id="rId4"/>
    <p:sldId id="393" r:id="rId5"/>
    <p:sldId id="394" r:id="rId6"/>
    <p:sldId id="395" r:id="rId7"/>
    <p:sldId id="396" r:id="rId8"/>
    <p:sldId id="387" r:id="rId9"/>
    <p:sldId id="397" r:id="rId10"/>
    <p:sldId id="398" r:id="rId11"/>
    <p:sldId id="3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vgsilh.com/4caf50/image/304167.html" TargetMode="Externa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hyperlink" Target="https://svgsilh.com/4caf50/image/304167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hyperlink" Target="https://www.geeksvgs.com/id/232824" TargetMode="Externa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4caf50/image/304167.html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geeksvgs.com/id/232824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F7F2D3-6E8B-46DB-A1E1-4FA5734FFE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E5191F-17B2-494A-BEE7-72E7AEFE675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36EEBCB-7ED7-55A4-4DD5-C62EE8D05F21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is Maggie!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59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C0DE-F6C4-C060-335B-F98B12FB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DAB717-9F5C-1BB5-8C8C-F03D65F89D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8EE3F-5F95-872F-71C9-1BA90090DCCC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209CE8-948D-067E-6D35-8287F01C520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Let’s say hi to Maggie!</a:t>
            </a:r>
          </a:p>
        </p:txBody>
      </p:sp>
    </p:spTree>
    <p:extLst>
      <p:ext uri="{BB962C8B-B14F-4D97-AF65-F5344CB8AC3E}">
        <p14:creationId xmlns:p14="http://schemas.microsoft.com/office/powerpoint/2010/main" val="332254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OK let’s practice giving answers by pressing a button on the screen.</a:t>
            </a:r>
          </a:p>
        </p:txBody>
      </p:sp>
    </p:spTree>
    <p:extLst>
      <p:ext uri="{BB962C8B-B14F-4D97-AF65-F5344CB8AC3E}">
        <p14:creationId xmlns:p14="http://schemas.microsoft.com/office/powerpoint/2010/main" val="2999676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C73D0-CFCC-5FE6-7E27-004DE9DC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CAB3C87-1298-5B37-D85E-9D6EE8AAAB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1EB71A-274E-0F26-B8CF-D12638134829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659CAB-79DA-76D2-2FCA-28E9C33951D0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For this, Maggie will ask a question and you will answer “Yes” or “No”.</a:t>
            </a:r>
          </a:p>
        </p:txBody>
      </p:sp>
    </p:spTree>
    <p:extLst>
      <p:ext uri="{BB962C8B-B14F-4D97-AF65-F5344CB8AC3E}">
        <p14:creationId xmlns:p14="http://schemas.microsoft.com/office/powerpoint/2010/main" val="325147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B75CB-4556-EDFA-75B6-8726ED648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58EE995-D738-DB0A-E276-F80B7FBE06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79EED1-FBC7-4CFC-C9A8-F14D8F4E3CD9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020776-97F1-0E9E-70C6-AD02D0C88FDC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If you think the answer is “Yes” then press this button.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3934B88-4963-8421-EDDA-FC7270136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122061" y="4665692"/>
            <a:ext cx="235026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9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6CA07-F06B-4F35-EECD-14A38451F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0AD8CB4-1EA5-4CD6-5368-B7964FE108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68751D-FD2B-C5F8-0A43-6E27F6202B8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CF254D-E9FB-71BE-EACE-6A980BFF99B7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If you think the answer is “No” then press this button.</a:t>
            </a:r>
          </a:p>
        </p:txBody>
      </p:sp>
      <p:pic>
        <p:nvPicPr>
          <p:cNvPr id="3" name="Picture 2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8529AC17-88BC-CF63-AC01-963E16C8A5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876214" y="4665692"/>
            <a:ext cx="1828800" cy="1828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C5ED878-C179-6D8C-0F04-A5CD57F8F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122061" y="4665692"/>
            <a:ext cx="235026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525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8AD1-EEB7-9D13-6907-CD2C3734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56B63B0-069A-5D93-DBFD-77196089D3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6A533F-CD2D-F734-5A3A-7B16F66C569F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DD982D-C1AF-AE99-BE9D-A6710F3A154C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OK let’s help Maggie!</a:t>
            </a:r>
          </a:p>
        </p:txBody>
      </p:sp>
    </p:spTree>
    <p:extLst>
      <p:ext uri="{BB962C8B-B14F-4D97-AF65-F5344CB8AC3E}">
        <p14:creationId xmlns:p14="http://schemas.microsoft.com/office/powerpoint/2010/main" val="294381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0EDF-9659-B4E8-4C71-4D889B4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6568BE-BDA2-4D63-8A4C-CBB520609A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9304A-B8C9-6731-BB40-6EA1C13FBE2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5DDD3-D662-D107-DAF6-0223BC342FF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Maggie sees this.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8C6DB0-5660-2AAA-3CCE-FE95686AC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37802"/>
            <a:ext cx="33803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6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9302-FE6F-C83B-A9C8-1CE4670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C831962-9FAC-8E13-0E57-00A0AE565E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06D350-C5EC-FDD4-7F57-C29700FBA1D1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553B0FE-1F60-2FEA-3A9D-81C2ACC09E92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Maggie says, “This is a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dog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C5469B-45F7-7B04-5100-DC6023D18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37802"/>
            <a:ext cx="33803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83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0DD7-3F83-2051-74CB-2148CBCE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4AE4C44-B1D1-0009-D435-E333BE736A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8595877-FFF1-627E-28F5-49FBE786A720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2284C94-DC74-CEF1-24AF-1EC2E6010CC7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 you think this is a dog?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C23AD-EFFA-DE52-68F0-23993E34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37802"/>
            <a:ext cx="338030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54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B3B5-03E2-9613-19E4-875A52C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D57567-678C-A6EF-7F9C-424521567A9D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2EC9E-4941-1CF9-A830-2815EA4EB354}"/>
              </a:ext>
            </a:extLst>
          </p:cNvPr>
          <p:cNvSpPr txBox="1"/>
          <p:nvPr/>
        </p:nvSpPr>
        <p:spPr>
          <a:xfrm>
            <a:off x="3743228" y="802758"/>
            <a:ext cx="470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 options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C9DBA8B-726E-2ABF-5935-BB678EA1E0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23924" y="3786094"/>
            <a:ext cx="2350265" cy="1828800"/>
          </a:xfrm>
          <a:prstGeom prst="rect">
            <a:avLst/>
          </a:prstGeom>
        </p:spPr>
      </p:pic>
      <p:pic>
        <p:nvPicPr>
          <p:cNvPr id="5" name="Picture 4" descr="A red circle with a cross in it&#10;&#10;AI-generated content may be incorrect.">
            <a:extLst>
              <a:ext uri="{FF2B5EF4-FFF2-40B4-BE49-F238E27FC236}">
                <a16:creationId xmlns:a16="http://schemas.microsoft.com/office/drawing/2014/main" id="{26D16114-F0D6-61D2-8B72-C9F6320F9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26950" y="3786094"/>
            <a:ext cx="1828800" cy="1828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D523D-D8F5-6466-9ABC-9BFD060DF0A9}"/>
              </a:ext>
            </a:extLst>
          </p:cNvPr>
          <p:cNvSpPr txBox="1"/>
          <p:nvPr/>
        </p:nvSpPr>
        <p:spPr>
          <a:xfrm>
            <a:off x="3916159" y="5844247"/>
            <a:ext cx="7923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7639EA-9549-70F0-EF68-C4EAD01AAB15}"/>
              </a:ext>
            </a:extLst>
          </p:cNvPr>
          <p:cNvSpPr txBox="1"/>
          <p:nvPr/>
        </p:nvSpPr>
        <p:spPr>
          <a:xfrm>
            <a:off x="7590933" y="5844246"/>
            <a:ext cx="700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107499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1784</TotalTime>
  <Words>100</Words>
  <Application>Microsoft Macintosh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23</cp:revision>
  <dcterms:created xsi:type="dcterms:W3CDTF">2020-12-02T16:18:39Z</dcterms:created>
  <dcterms:modified xsi:type="dcterms:W3CDTF">2026-04-25T17:25:31Z</dcterms:modified>
</cp:coreProperties>
</file>